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Hollywood Nails Power BI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Target Role: Operations Analyst / RevOps / Business Operations</a:t>
            </a:r>
          </a:p>
          <a:p>
            <a:pPr>
              <a:defRPr sz="2000"/>
            </a:pPr>
            <a:r>
              <a:t>Dataset: Synthetic portfolio data based on salon operations</a:t>
            </a:r>
          </a:p>
          <a:p>
            <a:pPr>
              <a:defRPr sz="2000"/>
            </a:pPr>
            <a:r>
              <a:t>Source: PostgreSQL + CSV + Excel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Page 1 - 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KPI Cards: Revenue, Average Ticket, Repeat Rate, Gross Profit</a:t>
            </a:r>
          </a:p>
          <a:p>
            <a:pPr>
              <a:defRPr sz="2000"/>
            </a:pPr>
            <a:r>
              <a:t>Monthly Revenue Trend</a:t>
            </a:r>
          </a:p>
          <a:p>
            <a:pPr>
              <a:defRPr sz="2000"/>
            </a:pPr>
            <a:r>
              <a:t>Top Services</a:t>
            </a:r>
          </a:p>
          <a:p>
            <a:pPr>
              <a:defRPr sz="2000"/>
            </a:pPr>
            <a:r>
              <a:t>Revenue by Payment Method</a:t>
            </a:r>
          </a:p>
          <a:p>
            <a:pPr>
              <a:defRPr sz="2000"/>
            </a:pPr>
            <a:r>
              <a:t>Slicers: Date, Employee, 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Page 2 - Customer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Customer Lifetime Value</a:t>
            </a:r>
          </a:p>
          <a:p>
            <a:pPr>
              <a:defRPr sz="2000"/>
            </a:pPr>
            <a:r>
              <a:t>Repeat Customer %</a:t>
            </a:r>
          </a:p>
          <a:p>
            <a:pPr>
              <a:defRPr sz="2000"/>
            </a:pPr>
            <a:r>
              <a:t>VIP Customer List</a:t>
            </a:r>
          </a:p>
          <a:p>
            <a:pPr>
              <a:defRPr sz="2000"/>
            </a:pPr>
            <a:r>
              <a:t>Customer Acquisition Source</a:t>
            </a:r>
          </a:p>
          <a:p>
            <a:pPr>
              <a:defRPr sz="2000"/>
            </a:pPr>
            <a:r>
              <a:t>Inactive Customers (90+ Days)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Page 3 - Operations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Appointments by Hour</a:t>
            </a:r>
          </a:p>
          <a:p>
            <a:pPr>
              <a:defRPr sz="2000"/>
            </a:pPr>
            <a:r>
              <a:t>Appointments by Weekday</a:t>
            </a:r>
          </a:p>
          <a:p>
            <a:pPr>
              <a:defRPr sz="2000"/>
            </a:pPr>
            <a:r>
              <a:t>Cancellation Rate</a:t>
            </a:r>
          </a:p>
          <a:p>
            <a:pPr>
              <a:defRPr sz="2000"/>
            </a:pPr>
            <a:r>
              <a:t>Employee Productivity</a:t>
            </a:r>
          </a:p>
          <a:p>
            <a:pPr>
              <a:defRPr sz="2000"/>
            </a:pPr>
            <a:r>
              <a:t>Booking Source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Page 4 - Inventory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Purchasing Trend</a:t>
            </a:r>
          </a:p>
          <a:p>
            <a:pPr>
              <a:defRPr sz="2000"/>
            </a:pPr>
            <a:r>
              <a:t>Supplier Spend</a:t>
            </a:r>
          </a:p>
          <a:p>
            <a:pPr>
              <a:defRPr sz="2000"/>
            </a:pPr>
            <a:r>
              <a:t>Inventory Variance</a:t>
            </a:r>
          </a:p>
          <a:p>
            <a:pPr>
              <a:defRPr sz="2000"/>
            </a:pPr>
            <a:r>
              <a:t>Reorder Alerts</a:t>
            </a:r>
          </a:p>
          <a:p>
            <a:pPr>
              <a:defRPr sz="2000"/>
            </a:pPr>
            <a:r>
              <a:t>Monthly Inventory Usage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DAX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Total Revenue = SUM(Transactions[Total])</a:t>
            </a:r>
          </a:p>
          <a:p>
            <a:pPr>
              <a:defRPr sz="2000"/>
            </a:pPr>
            <a:r>
              <a:t>Average Ticket = DIVIDE([Total Revenue],[Completed Visits])</a:t>
            </a:r>
          </a:p>
          <a:p>
            <a:pPr>
              <a:defRPr sz="2000"/>
            </a:pPr>
            <a:r>
              <a:t>Repeat Rate = Repeat Customers / Total Customers</a:t>
            </a:r>
          </a:p>
          <a:p>
            <a:pPr>
              <a:defRPr sz="2000"/>
            </a:pPr>
            <a:r>
              <a:t>Gross Profit = Revenue - Estimated Cost</a:t>
            </a:r>
          </a:p>
          <a:p>
            <a:pPr>
              <a:defRPr sz="2000"/>
            </a:pPr>
            <a:r>
              <a:t>MoM Growth 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Interview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Explain business problem first, then dashboard.</a:t>
            </a:r>
          </a:p>
          <a:p>
            <a:pPr>
              <a:defRPr sz="2000"/>
            </a:pPr>
            <a:r>
              <a:t>Focus on operational decisions, not only visuals.</a:t>
            </a:r>
          </a:p>
          <a:p>
            <a:pPr>
              <a:defRPr sz="2000"/>
            </a:pPr>
            <a:r>
              <a:t>Discuss actions that management can take from each page.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